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8" d="100"/>
          <a:sy n="68" d="100"/>
        </p:scale>
        <p:origin x="-276" y="72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1D3391-8356-465D-A38B-D8B79AB132C6}" type="datetimeFigureOut">
              <a:rPr lang="en-GB" smtClean="0"/>
              <a:t>18/05/2025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6950075"/>
            <a:ext cx="6584950" cy="65833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AD7237-16F5-4EC6-8FBA-9D3465ADB3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762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3039785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Clinic Management </a:t>
            </a:r>
            <a:r>
              <a:rPr lang="en-US" sz="4400" dirty="0" smtClean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System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2" y="3967089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Segoe UI Historic" pitchFamily="34" charset="0"/>
                <a:ea typeface="Segoe UI Historic" pitchFamily="34" charset="0"/>
                <a:cs typeface="Segoe UI Historic" pitchFamily="34" charset="0"/>
              </a:rPr>
              <a:t>Overview of SQL and Python application for hospital </a:t>
            </a:r>
            <a:r>
              <a:rPr lang="en-US" sz="1850" b="1" dirty="0" smtClean="0">
                <a:solidFill>
                  <a:srgbClr val="272525"/>
                </a:solidFill>
                <a:latin typeface="Segoe UI Historic" pitchFamily="34" charset="0"/>
                <a:ea typeface="Segoe UI Historic" pitchFamily="34" charset="0"/>
                <a:cs typeface="Segoe UI Historic" pitchFamily="34" charset="0"/>
              </a:rPr>
              <a:t>manag</a:t>
            </a:r>
            <a:r>
              <a:rPr lang="en-US" sz="1850" dirty="0" smtClean="0">
                <a:solidFill>
                  <a:srgbClr val="272525"/>
                </a:solidFill>
                <a:latin typeface="Segoe UI Historic" pitchFamily="34" charset="0"/>
                <a:ea typeface="Segoe UI Historic" pitchFamily="34" charset="0"/>
                <a:cs typeface="Segoe UI Historic" pitchFamily="34" charset="0"/>
              </a:rPr>
              <a:t>ement</a:t>
            </a:r>
          </a:p>
          <a:p>
            <a:pPr marL="0" indent="0" algn="l">
              <a:lnSpc>
                <a:spcPts val="3000"/>
              </a:lnSpc>
              <a:buNone/>
            </a:pPr>
            <a:endParaRPr lang="en-US" sz="1850" dirty="0">
              <a:latin typeface="Segoe UI Historic" pitchFamily="34" charset="0"/>
              <a:ea typeface="Segoe UI Historic" pitchFamily="34" charset="0"/>
              <a:cs typeface="Segoe UI Historic" pitchFamily="34" charset="0"/>
            </a:endParaRPr>
          </a:p>
          <a:p>
            <a:r>
              <a:rPr lang="en-US" sz="1850" b="1" dirty="0" smtClean="0">
                <a:solidFill>
                  <a:srgbClr val="272525"/>
                </a:solidFill>
                <a:latin typeface="Segoe UI Historic" pitchFamily="34" charset="0"/>
                <a:ea typeface="Segoe UI Historic" pitchFamily="34" charset="0"/>
                <a:cs typeface="Segoe UI Historic" pitchFamily="34" charset="0"/>
              </a:rPr>
              <a:t>Names: </a:t>
            </a:r>
          </a:p>
          <a:p>
            <a:r>
              <a:rPr lang="en-US" sz="2000" dirty="0" smtClean="0">
                <a:latin typeface="Segoe UI Historic" pitchFamily="34" charset="0"/>
                <a:ea typeface="Segoe UI Historic" pitchFamily="34" charset="0"/>
                <a:cs typeface="Segoe UI Historic" pitchFamily="34" charset="0"/>
              </a:rPr>
              <a:t>Mariam </a:t>
            </a:r>
            <a:r>
              <a:rPr lang="en-US" sz="2000" dirty="0" err="1">
                <a:latin typeface="Segoe UI Historic" pitchFamily="34" charset="0"/>
                <a:ea typeface="Segoe UI Historic" pitchFamily="34" charset="0"/>
                <a:cs typeface="Segoe UI Historic" pitchFamily="34" charset="0"/>
              </a:rPr>
              <a:t>Girgies</a:t>
            </a:r>
            <a:r>
              <a:rPr lang="en-US" sz="2000" dirty="0">
                <a:latin typeface="Segoe UI Historic" pitchFamily="34" charset="0"/>
                <a:ea typeface="Segoe UI Historic" pitchFamily="34" charset="0"/>
                <a:cs typeface="Segoe UI Historic" pitchFamily="34" charset="0"/>
              </a:rPr>
              <a:t> </a:t>
            </a:r>
            <a:r>
              <a:rPr lang="en-US" sz="2000" dirty="0" err="1">
                <a:latin typeface="Segoe UI Historic" pitchFamily="34" charset="0"/>
                <a:ea typeface="Segoe UI Historic" pitchFamily="34" charset="0"/>
                <a:cs typeface="Segoe UI Historic" pitchFamily="34" charset="0"/>
              </a:rPr>
              <a:t>Rawhy</a:t>
            </a:r>
            <a:r>
              <a:rPr lang="en-US" sz="2000" dirty="0">
                <a:latin typeface="Segoe UI Historic" pitchFamily="34" charset="0"/>
                <a:ea typeface="Segoe UI Historic" pitchFamily="34" charset="0"/>
                <a:cs typeface="Segoe UI Historic" pitchFamily="34" charset="0"/>
              </a:rPr>
              <a:t> 231001942</a:t>
            </a:r>
            <a:endParaRPr lang="en-GB" sz="2000" dirty="0">
              <a:latin typeface="Segoe UI Historic" pitchFamily="34" charset="0"/>
              <a:ea typeface="Segoe UI Historic" pitchFamily="34" charset="0"/>
              <a:cs typeface="Segoe UI Historic" pitchFamily="34" charset="0"/>
            </a:endParaRPr>
          </a:p>
          <a:p>
            <a:r>
              <a:rPr lang="en-US" sz="2000" dirty="0" err="1">
                <a:latin typeface="Segoe UI Historic" pitchFamily="34" charset="0"/>
                <a:ea typeface="Segoe UI Historic" pitchFamily="34" charset="0"/>
                <a:cs typeface="Segoe UI Historic" pitchFamily="34" charset="0"/>
              </a:rPr>
              <a:t>Malak</a:t>
            </a:r>
            <a:r>
              <a:rPr lang="en-US" sz="2000" dirty="0">
                <a:latin typeface="Segoe UI Historic" pitchFamily="34" charset="0"/>
                <a:ea typeface="Segoe UI Historic" pitchFamily="34" charset="0"/>
                <a:cs typeface="Segoe UI Historic" pitchFamily="34" charset="0"/>
              </a:rPr>
              <a:t> </a:t>
            </a:r>
            <a:r>
              <a:rPr lang="en-US" sz="2000" dirty="0" err="1">
                <a:latin typeface="Segoe UI Historic" pitchFamily="34" charset="0"/>
                <a:ea typeface="Segoe UI Historic" pitchFamily="34" charset="0"/>
                <a:cs typeface="Segoe UI Historic" pitchFamily="34" charset="0"/>
              </a:rPr>
              <a:t>Hany</a:t>
            </a:r>
            <a:r>
              <a:rPr lang="en-US" sz="2000" dirty="0">
                <a:latin typeface="Segoe UI Historic" pitchFamily="34" charset="0"/>
                <a:ea typeface="Segoe UI Historic" pitchFamily="34" charset="0"/>
                <a:cs typeface="Segoe UI Historic" pitchFamily="34" charset="0"/>
              </a:rPr>
              <a:t> Said 231002178</a:t>
            </a:r>
            <a:endParaRPr lang="en-GB" sz="2000" dirty="0">
              <a:latin typeface="Segoe UI Historic" pitchFamily="34" charset="0"/>
              <a:ea typeface="Segoe UI Historic" pitchFamily="34" charset="0"/>
              <a:cs typeface="Segoe UI Historic" pitchFamily="34" charset="0"/>
            </a:endParaRPr>
          </a:p>
          <a:p>
            <a:r>
              <a:rPr lang="en-US" sz="2000" dirty="0" err="1">
                <a:latin typeface="Segoe UI Historic" pitchFamily="34" charset="0"/>
                <a:ea typeface="Segoe UI Historic" pitchFamily="34" charset="0"/>
                <a:cs typeface="Segoe UI Historic" pitchFamily="34" charset="0"/>
              </a:rPr>
              <a:t>Shahd</a:t>
            </a:r>
            <a:r>
              <a:rPr lang="en-US" sz="2000" dirty="0">
                <a:latin typeface="Segoe UI Historic" pitchFamily="34" charset="0"/>
                <a:ea typeface="Segoe UI Historic" pitchFamily="34" charset="0"/>
                <a:cs typeface="Segoe UI Historic" pitchFamily="34" charset="0"/>
              </a:rPr>
              <a:t> Ahmed 231000201</a:t>
            </a:r>
            <a:endParaRPr lang="en-GB" sz="2000" dirty="0">
              <a:latin typeface="Segoe UI Historic" pitchFamily="34" charset="0"/>
              <a:ea typeface="Segoe UI Historic" pitchFamily="34" charset="0"/>
              <a:cs typeface="Segoe UI Historic" pitchFamily="34" charset="0"/>
            </a:endParaRPr>
          </a:p>
          <a:p>
            <a:r>
              <a:rPr lang="en-US" sz="2000" dirty="0" err="1">
                <a:latin typeface="Segoe UI Historic" pitchFamily="34" charset="0"/>
                <a:ea typeface="Segoe UI Historic" pitchFamily="34" charset="0"/>
                <a:cs typeface="Segoe UI Historic" pitchFamily="34" charset="0"/>
              </a:rPr>
              <a:t>Logine</a:t>
            </a:r>
            <a:r>
              <a:rPr lang="en-US" sz="2000" dirty="0">
                <a:latin typeface="Segoe UI Historic" pitchFamily="34" charset="0"/>
                <a:ea typeface="Segoe UI Historic" pitchFamily="34" charset="0"/>
                <a:cs typeface="Segoe UI Historic" pitchFamily="34" charset="0"/>
              </a:rPr>
              <a:t> </a:t>
            </a:r>
            <a:r>
              <a:rPr lang="en-US" sz="2000" dirty="0" err="1">
                <a:latin typeface="Segoe UI Historic" pitchFamily="34" charset="0"/>
                <a:ea typeface="Segoe UI Historic" pitchFamily="34" charset="0"/>
                <a:cs typeface="Segoe UI Historic" pitchFamily="34" charset="0"/>
              </a:rPr>
              <a:t>Mostafa</a:t>
            </a:r>
            <a:r>
              <a:rPr lang="en-US" sz="2000" dirty="0">
                <a:latin typeface="Segoe UI Historic" pitchFamily="34" charset="0"/>
                <a:ea typeface="Segoe UI Historic" pitchFamily="34" charset="0"/>
                <a:cs typeface="Segoe UI Historic" pitchFamily="34" charset="0"/>
              </a:rPr>
              <a:t> Said 231000821</a:t>
            </a:r>
            <a:endParaRPr lang="en-GB" sz="2000" dirty="0">
              <a:latin typeface="Segoe UI Historic" pitchFamily="34" charset="0"/>
              <a:ea typeface="Segoe UI Historic" pitchFamily="34" charset="0"/>
              <a:cs typeface="Segoe UI Historic" pitchFamily="34" charset="0"/>
            </a:endParaRPr>
          </a:p>
          <a:p>
            <a:pPr marL="0" indent="0" algn="l">
              <a:lnSpc>
                <a:spcPts val="3000"/>
              </a:lnSpc>
              <a:buNone/>
            </a:pPr>
            <a:endParaRPr lang="en-US" sz="1850" dirty="0">
              <a:solidFill>
                <a:srgbClr val="272525"/>
              </a:solidFill>
              <a:latin typeface="Source Sans Pro"/>
              <a:ea typeface="Source Sans P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767840"/>
            <a:ext cx="699789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Database Schema Overview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07014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Core Tables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3661410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Department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128135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Clinic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4594860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Doctor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5061585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Patient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37724" y="5528310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Appointment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837724" y="5995035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Doctor_Appointment (junction)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7614761" y="307014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14761" y="3661410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Primary and foreign keys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7614761" y="4128135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Referential integrity enforced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7614761" y="4594860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Many-to-many doctor-appointment link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191583"/>
            <a:ext cx="724126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Python Application Features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24124" y="3254573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01959" y="3336846"/>
            <a:ext cx="280689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Add Clinic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101959" y="3832384"/>
            <a:ext cx="280689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Input name, address, select department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10208062" y="3254573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85897" y="3336846"/>
            <a:ext cx="280689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View Clinics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985897" y="3832384"/>
            <a:ext cx="280689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Treeview shows clinics with department names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6324124" y="5077182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01959" y="515945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Add Department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101959" y="5654993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Simple interface updates dropdown in real-time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899642"/>
            <a:ext cx="658118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MySQL Database Creation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24124" y="2962632"/>
            <a:ext cx="3614618" cy="1755458"/>
          </a:xfrm>
          <a:prstGeom prst="roundRect">
            <a:avLst>
              <a:gd name="adj" fmla="val 5727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71059" y="320956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Database Setup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71059" y="3705106"/>
            <a:ext cx="312074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CREATE DATABASE and USE commands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10178058" y="2962632"/>
            <a:ext cx="3614618" cy="1755458"/>
          </a:xfrm>
          <a:prstGeom prst="roundRect">
            <a:avLst>
              <a:gd name="adj" fmla="val 5727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24993" y="320956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Table Creation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24993" y="3705106"/>
            <a:ext cx="312074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Department and Clinic tables with constraints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6324124" y="4957405"/>
            <a:ext cx="7468553" cy="1372433"/>
          </a:xfrm>
          <a:prstGeom prst="roundRect">
            <a:avLst>
              <a:gd name="adj" fmla="val 7326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71059" y="520434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Constraints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71059" y="5699879"/>
            <a:ext cx="697468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NOT NULL and foreign keys for data integrity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001203"/>
            <a:ext cx="627542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Data Insertion Examples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30350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Departments Inserted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3894773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Cardiology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361498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Neurology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4828223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Skeletal (typo: sketal)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5294948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Molecular (typo: molucular)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37724" y="5761673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Digestive (typo: digstive)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7614761" y="330350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Clinics Inserted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614761" y="3894773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Central Clinic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7614761" y="4361498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Westside Clinic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7614761" y="4828223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Eastside Clinic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383036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SQL Query Examples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3446026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615559" y="3528298"/>
            <a:ext cx="373034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Join Clinics and Departments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615559" y="4023836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Retrieve clinics with department names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837724" y="4885611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15559" y="496788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Filter by Department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15559" y="5463421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Clinics where department is Cardiology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432917"/>
            <a:ext cx="672429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Analysis and Observations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2495907"/>
            <a:ext cx="3614618" cy="1755458"/>
          </a:xfrm>
          <a:prstGeom prst="roundRect">
            <a:avLst>
              <a:gd name="adj" fmla="val 5727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84659" y="274284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Python GUI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84659" y="3238381"/>
            <a:ext cx="312074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User-friendly for clinics and departments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4691658" y="2495907"/>
            <a:ext cx="3614618" cy="1755458"/>
          </a:xfrm>
          <a:prstGeom prst="roundRect">
            <a:avLst>
              <a:gd name="adj" fmla="val 5727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38593" y="274284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MySQL Schema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38593" y="3238381"/>
            <a:ext cx="312074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Includes doctors, patients, appointments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837724" y="4490680"/>
            <a:ext cx="7468553" cy="2305883"/>
          </a:xfrm>
          <a:prstGeom prst="roundRect">
            <a:avLst>
              <a:gd name="adj" fmla="val 4360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84659" y="473761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SQL Concepts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84659" y="5233154"/>
            <a:ext cx="697468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Table creation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1084659" y="5699879"/>
            <a:ext cx="697468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Data insertion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1084659" y="6166604"/>
            <a:ext cx="697468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Joins and filtering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943451"/>
            <a:ext cx="586656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Key Recommendations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2006441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37974" y="2064425"/>
            <a:ext cx="33789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615559" y="208871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Fix Typos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615559" y="2584252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Correct department names in MySQL code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837724" y="3446026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7974" y="3504009"/>
            <a:ext cx="33789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615559" y="352829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Expand GUI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615559" y="4023836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Add doctors, patients, appointments management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837724" y="4885611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7974" y="4943594"/>
            <a:ext cx="33789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615559" y="496788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Input Validation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615559" y="5463421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Prevent duplicate clinic and department names</a:t>
            </a:r>
            <a:endParaRPr lang="en-US" sz="1850" dirty="0"/>
          </a:p>
        </p:txBody>
      </p:sp>
      <p:sp>
        <p:nvSpPr>
          <p:cNvPr id="16" name="Shape 13"/>
          <p:cNvSpPr/>
          <p:nvPr/>
        </p:nvSpPr>
        <p:spPr>
          <a:xfrm>
            <a:off x="837724" y="6325195"/>
            <a:ext cx="538520" cy="538520"/>
          </a:xfrm>
          <a:prstGeom prst="roundRect">
            <a:avLst>
              <a:gd name="adj" fmla="val 18670"/>
            </a:avLst>
          </a:prstGeom>
          <a:solidFill>
            <a:srgbClr val="F4D4F7"/>
          </a:solidFill>
          <a:ln w="7620">
            <a:solidFill>
              <a:srgbClr val="DABA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37974" y="6383179"/>
            <a:ext cx="33789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4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1615559" y="640746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Error Handling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615559" y="6903006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Check foreign key violations on insertions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413397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3476387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Effective use of SQL and Python for clinic management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24124" y="4128611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Robust MySQL schema with constraints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324124" y="4780836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Functional Python GUI for clinics and departments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324124" y="5433060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Potential for full schema implementation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467928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Project Highlights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77023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SQL Skills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361498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Schema design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828223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Data insertion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5294948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Querying with joins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614761" y="377023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73AD7"/>
                </a:solidFill>
                <a:latin typeface="Source Serif Pro Semi Bold" pitchFamily="34" charset="0"/>
                <a:ea typeface="Source Serif Pro Semi Bold" pitchFamily="34" charset="-122"/>
                <a:cs typeface="Source Serif Pro Semi Bold" pitchFamily="34" charset="-120"/>
              </a:rPr>
              <a:t>Python Application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14761" y="4361498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SQLite database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7614761" y="4828223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Tkinter GUI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7614761" y="5294948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Real-time updates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285</Words>
  <Application>Microsoft Office PowerPoint</Application>
  <PresentationFormat>Custom</PresentationFormat>
  <Paragraphs>96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kayan</cp:lastModifiedBy>
  <cp:revision>2</cp:revision>
  <dcterms:created xsi:type="dcterms:W3CDTF">2025-05-15T20:59:03Z</dcterms:created>
  <dcterms:modified xsi:type="dcterms:W3CDTF">2025-05-18T13:19:39Z</dcterms:modified>
</cp:coreProperties>
</file>